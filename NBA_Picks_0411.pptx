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Arial"/>
              </a:defRPr>
            </a:pPr>
            <a:r>
              <a:t>🏀 NBA 運彩推薦 — 4/11 台灣時間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rial"/>
              </a:defRPr>
            </a:pPr>
            <a:r>
              <a:t>⭐⭐⭐ 最強推薦 6 場 | 模型 vs 運彩盤口 Edge 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28600"/>
            <a:ext cx="2286000" cy="5029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2E8F0"/>
                </a:solidFill>
                <a:latin typeface="Arial"/>
              </a:defRPr>
            </a:pPr>
            <a:r>
              <a:t>AUTOBOTS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3749039" cy="2651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73152" cy="2651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7200" y="1188719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3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Arial"/>
              </a:defRPr>
            </a:pPr>
            <a: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1887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Arial"/>
              </a:defRPr>
            </a:pPr>
            <a:r>
              <a:t>Suns @ Lakers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4630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信心 67%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1435607"/>
            <a:ext cx="1005840" cy="2743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39" y="1453895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2E8F0"/>
                </a:solidFill>
                <a:latin typeface="Courier New"/>
              </a:defRPr>
            </a:pPr>
            <a:r>
              <a:t>Edge +9 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33832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1920239"/>
            <a:ext cx="3383280" cy="411480"/>
          </a:xfrm>
          <a:prstGeom prst="roundRect">
            <a:avLst/>
          </a:prstGeom>
          <a:solidFill>
            <a:srgbClr val="0A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59" y="19385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Arial"/>
              </a:defRPr>
            </a:pPr>
            <a:r>
              <a:t>Over 219.5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423160"/>
            <a:ext cx="3383280" cy="41148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59" y="24414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468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獨贏 Lakers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9718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模型 228 &gt;&gt; 盤口 219.5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1051560"/>
            <a:ext cx="3749039" cy="2651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1051560"/>
            <a:ext cx="73152" cy="2651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389120" y="1188719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123443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Arial"/>
              </a:defRPr>
            </a:pPr>
            <a:r>
              <a:t>#2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11887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Arial"/>
              </a:defRPr>
            </a:pPr>
            <a:r>
              <a:t>Heat @ Wizards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14630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信心 63%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59" y="1435607"/>
            <a:ext cx="1005840" cy="2743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59" y="1453895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2E8F0"/>
                </a:solidFill>
                <a:latin typeface="Courier New"/>
              </a:defRPr>
            </a:pPr>
            <a:r>
              <a:t>Edge +13.4 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1783080"/>
            <a:ext cx="33832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89120" y="1920239"/>
            <a:ext cx="3383280" cy="411480"/>
          </a:xfrm>
          <a:prstGeom prst="roundRect">
            <a:avLst/>
          </a:prstGeom>
          <a:solidFill>
            <a:srgbClr val="0A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79" y="19385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Arial"/>
              </a:defRPr>
            </a:pPr>
            <a:r>
              <a:t>Wizards 受讓 +17.5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2423160"/>
            <a:ext cx="3383280" cy="41148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79" y="24414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2468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Under 246.5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29718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Heat 只贏 4 分，不可能贏 17.5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1051560"/>
            <a:ext cx="3749039" cy="2651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1051560"/>
            <a:ext cx="73152" cy="26517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21040" y="1188719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123443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Arial"/>
              </a:defRPr>
            </a:pPr>
            <a:r>
              <a:t>#3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11887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Arial"/>
              </a:defRPr>
            </a:pPr>
            <a:r>
              <a:t>Pelicans @ Celtics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146303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信心 78%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98480" y="1435607"/>
            <a:ext cx="1005840" cy="2743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698480" y="1453895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2E8F0"/>
                </a:solidFill>
                <a:latin typeface="Courier New"/>
              </a:defRPr>
            </a:pPr>
            <a:r>
              <a:t>Edge +8.5 分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21040" y="1783080"/>
            <a:ext cx="33832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321040" y="1920239"/>
            <a:ext cx="3383280" cy="411480"/>
          </a:xfrm>
          <a:prstGeom prst="roundRect">
            <a:avLst/>
          </a:prstGeom>
          <a:solidFill>
            <a:srgbClr val="0A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19385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1965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Arial"/>
              </a:defRPr>
            </a:pPr>
            <a:r>
              <a:t>Pelicans 受讓 +17.5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040" y="2423160"/>
            <a:ext cx="3383280" cy="41148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58200" y="24414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24688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Over 223.5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29718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Celtics 模型贏 9，讓 17.5 太多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4320" y="3886200"/>
            <a:ext cx="3749039" cy="2651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3886200"/>
            <a:ext cx="73152" cy="2651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57200" y="40233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40690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Arial"/>
              </a:defRPr>
            </a:pPr>
            <a:r>
              <a:t>#4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Arial"/>
              </a:defRPr>
            </a:pPr>
            <a:r>
              <a:t>Wolves @ Rockets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" y="4297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信心 65%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834639" y="4270248"/>
            <a:ext cx="10058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34639" y="42885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2E8F0"/>
                </a:solidFill>
                <a:latin typeface="Courier New"/>
              </a:defRPr>
            </a:pPr>
            <a:r>
              <a:t>Edge +6 分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617720"/>
            <a:ext cx="33832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57200" y="4754880"/>
            <a:ext cx="3383280" cy="411480"/>
          </a:xfrm>
          <a:prstGeom prst="roundRect">
            <a:avLst/>
          </a:prstGeom>
          <a:solidFill>
            <a:srgbClr val="0A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59" y="47731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Arial"/>
              </a:defRPr>
            </a:pPr>
            <a:r>
              <a:t>Wolves 受讓 +10.5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5257800"/>
            <a:ext cx="3383280" cy="41148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4359" y="52760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5303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Over 222.5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5806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模型只贏 4.5，讓 10.5 太多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06240" y="3886200"/>
            <a:ext cx="3749039" cy="2651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206240" y="3886200"/>
            <a:ext cx="73152" cy="2651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389120" y="40233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89120" y="40690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Arial"/>
              </a:defRPr>
            </a:pPr>
            <a:r>
              <a:t>#5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9204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Arial"/>
              </a:defRPr>
            </a:pPr>
            <a:r>
              <a:t>Nets @ Bucks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92040" y="4297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信心 64%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766559" y="4270248"/>
            <a:ext cx="10058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66559" y="42885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2E8F0"/>
                </a:solidFill>
                <a:latin typeface="Courier New"/>
              </a:defRPr>
            </a:pPr>
            <a:r>
              <a:t>Edge +5.3 分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389120" y="4617720"/>
            <a:ext cx="33832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389120" y="4754880"/>
            <a:ext cx="3383280" cy="411480"/>
          </a:xfrm>
          <a:prstGeom prst="roundRect">
            <a:avLst/>
          </a:prstGeom>
          <a:solidFill>
            <a:srgbClr val="0A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26279" y="47731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0060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Arial"/>
              </a:defRPr>
            </a:pPr>
            <a:r>
              <a:t>Nets 受讓 +9.5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389120" y="5257800"/>
            <a:ext cx="3383280" cy="41148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26279" y="52760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00600" y="5303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Over 218.5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34840" y="5806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模型只贏 4.2，讓 9.5 太多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138160" y="3886200"/>
            <a:ext cx="3749039" cy="2651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138160" y="3886200"/>
            <a:ext cx="73152" cy="2651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321040" y="402336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321040" y="40690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Arial"/>
              </a:defRPr>
            </a:pPr>
            <a:r>
              <a:t>#6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82396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E8F0"/>
                </a:solidFill>
                <a:latin typeface="Arial"/>
              </a:defRPr>
            </a:pPr>
            <a:r>
              <a:t>Magic @ Bulls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23960" y="42976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ourier New"/>
              </a:defRPr>
            </a:pPr>
            <a:r>
              <a:t>信心 54%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698480" y="4270248"/>
            <a:ext cx="10058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698480" y="428853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2E8F0"/>
                </a:solidFill>
                <a:latin typeface="Courier New"/>
              </a:defRPr>
            </a:pPr>
            <a:r>
              <a:t>Edge +13.4 分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321040" y="4617720"/>
            <a:ext cx="3383280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321040" y="4754880"/>
            <a:ext cx="3383280" cy="411480"/>
          </a:xfrm>
          <a:prstGeom prst="roundRect">
            <a:avLst/>
          </a:prstGeom>
          <a:solidFill>
            <a:srgbClr val="0A3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58200" y="477316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3252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Arial"/>
              </a:defRPr>
            </a:pPr>
            <a:r>
              <a:t>Bulls 受讓 +14.5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321040" y="5257800"/>
            <a:ext cx="3383280" cy="411480"/>
          </a:xfrm>
          <a:prstGeom prst="round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458200" y="527608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732520" y="5303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Arial"/>
              </a:defRPr>
            </a:pPr>
            <a:r>
              <a:t>Under 242.5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66760" y="5806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Arial"/>
              </a:defRPr>
            </a:pPr>
            <a:r>
              <a:t>Magic 只贏 1 分，盤口開太大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5760" y="65653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ourier New"/>
              </a:defRPr>
            </a:pPr>
            <a:r>
              <a:t>⚠️ 風險提示：季末輪休潮嚴重，多隊主力缺陣。模型未完全量化替補戰力，建議以受讓為主。 | AUTOBOTS AI Model v2.0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