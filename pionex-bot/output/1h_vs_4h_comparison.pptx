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三刀流策略 1H vs 4H 時間框架比較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Three Kingdoms Strategy — Timeframe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AA"/>
                </a:solidFill>
              </a:defRPr>
            </a:pPr>
            <a:r>
              <a:t>11 Symbols  |  1,920 Combos/Symbol  |  2 Timeframes  |  42,240 Total Backtests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2026-03-30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</a:defRPr>
            </a:pPr>
            <a:r>
              <a:t>1H vs 4H 最佳回報率比較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Best optimized return for each symbol across both timeframes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117043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Symbol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4H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4H 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4H 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1H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1H 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1H 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Winner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Delta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27632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DOGE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+2379.0%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645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53.7%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645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+707.8%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38.1%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645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+1671%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029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2029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+1130.2%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029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43.0%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029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029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+154.5%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029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28.1%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029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029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029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+976%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2395728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ETH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+323.9%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2414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37.9%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414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+191.5%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414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36.4%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414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414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414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+132%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BTC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+195.1%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26.8%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+65.1%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24.7%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3.88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2798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2798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+130%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163824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SLVX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+144.3%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31821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12.7%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31821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20.82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+97.0%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31821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24.3%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1821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3.72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3182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3182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+47%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XAUT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592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+74.2%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752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11.4%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+88.4%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10.4%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4.35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800"/>
                </a:solidFill>
              </a:defRPr>
            </a:pPr>
            <a:r>
              <a:t>-14%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3931920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TSLAX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+58.0%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17520" y="3950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20.0%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3950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7.10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8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+41.5%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3950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17.5%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3950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4.56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0" y="3950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3950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+16%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334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USOX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45920" y="4334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+50.4%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520" y="4334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23.6%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4334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8.46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4334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+42.3%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4334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21.4%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80960" y="4334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2.82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78240" y="4334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41280" y="4334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+8%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700016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QQQX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592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+2.3%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1752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10.1%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208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+12.1%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6.5%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80960" y="47183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78240" y="47183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41280" y="47183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800"/>
                </a:solidFill>
              </a:defRPr>
            </a:pPr>
            <a:r>
              <a:t>-10%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5102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SPYX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45920" y="5102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+0.3%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17520" y="5102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8.9%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0" y="5102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1.09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12080" y="5102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+6.1%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83680" y="5102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9.8%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80960" y="5102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78240" y="5102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41280" y="5102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800"/>
                </a:solidFill>
              </a:defRPr>
            </a:pPr>
            <a:r>
              <a:t>-6%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880" y="5468112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NVDAX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459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757"/>
                </a:solidFill>
              </a:defRPr>
            </a:pPr>
            <a:r>
              <a:t>-4.3%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17520" y="5486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21.9%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14800" y="5486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0.97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1208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+17.7%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83680" y="5486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23.4%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80960" y="5486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782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4128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800"/>
                </a:solidFill>
              </a:defRPr>
            </a:pPr>
            <a:r>
              <a:t>-22%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6053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</a:defRPr>
            </a:pPr>
            <a:r>
              <a:t>4H Wins: 7/11 symbols  |  1H Wins: 4/11 symbols  |  4H dominates crypto, 1H better for indices &amp; NVDAX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</a:defRPr>
            </a:pPr>
            <a:r>
              <a:t>數據期間差異 &amp; 年化報酬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API candle limit causes different coverage periods — annualized return normalizes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800"/>
                </a:solidFill>
              </a:defRPr>
            </a:pPr>
            <a:r>
              <a:t>Crypto 4H covers ~1174 days vs 1H only ~417 days (API max 10,000 candles). Non-crypto pairs have similar coverage. Raw return comparison favors longer periods.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2423160"/>
            <a:ext cx="117043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Symbol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4H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4H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4H Ann.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1H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1H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1H Ann.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Ann. 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862072"/>
            <a:ext cx="11704320" cy="347472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88036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DOGE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8036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1174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88036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+2379.0%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88036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88036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417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8036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+707.8%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+523%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8803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2278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22783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1174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2278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+1130.2%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2278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+118%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2278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417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278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+154.5%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2278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+126%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2278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557016"/>
            <a:ext cx="11704320" cy="347472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5753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ETH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57530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1174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5753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+323.9%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5753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5753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417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5753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+191.5%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5753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57530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39227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BTC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392277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1174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39227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+195.1%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9227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9227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417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9227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+65.1%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9227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+55%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392277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251960"/>
            <a:ext cx="11704320" cy="347472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SLVX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427024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+144.3%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+1562%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+97.0%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+744%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27024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46177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XAUT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45920" y="461772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346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46177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+74.2%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0" y="46177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+80%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0" y="46177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346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46177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+88.4%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6177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+95%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46177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946904"/>
            <a:ext cx="11704320" cy="347472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9651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TSLAX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5920" y="496519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080" y="49651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+58.0%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0" y="49651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+104%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0" y="49651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234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49651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+41.5%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49651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+72%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496519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53126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USOX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45920" y="531266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82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26080" y="53126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+50.4%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97680" y="53126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+515%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0" y="53126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82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0" y="53126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+42.3%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53126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+381%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531266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5641848"/>
            <a:ext cx="11704320" cy="347472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5660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QQQX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45920" y="566013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193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26080" y="5660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+2.3%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0" y="5660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0" y="5660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194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49440" y="5660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+12.1%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21040" y="5660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+24%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2640" y="566013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4320" y="600760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SPYX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45920" y="6007607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26080" y="600760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+0.3%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97680" y="600760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0" y="600760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234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49440" y="600760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+6.1%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21040" y="600760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92640" y="6007607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" y="6336792"/>
            <a:ext cx="11704320" cy="347472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35507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NVDAX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45920" y="6355079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926080" y="635507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</a:defRPr>
            </a:pPr>
            <a:r>
              <a:t>-4.3%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97680" y="635507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</a:defRPr>
            </a:pPr>
            <a:r>
              <a:t>-7%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0" y="635507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49440" y="635507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+17.7%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635507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AA"/>
                </a:solidFill>
              </a:defRPr>
            </a:pPr>
            <a:r>
              <a:t>+31%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6355079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</a:defRPr>
            </a:pPr>
            <a:r>
              <a:t>風險調整比較 (Return / MaxDD)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Risk-adjusted ratio normalizes for drawdown tolerance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117043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Symbol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4H Ret/DD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4H 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234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4H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1H Ret/DD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1H 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1H 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Better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627632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DOGE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44.30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3.93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645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645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18.57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029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029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26.28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029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029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5.49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029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029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395728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ETH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8.55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24140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24140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4140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5.26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4140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823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4140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BTC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7.28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27980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2798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2798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2.63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7980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3.88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2798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163824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SLVX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11.36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20.82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3182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3182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4.00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3.72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XAUT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592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6.51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2.35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3566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3566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8.50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4.35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" y="3931920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TSLAX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592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2.90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17520" y="3950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7.10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2.37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3950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4.56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20" y="3950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4334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USOX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45920" y="4334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2.14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17520" y="4334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8.46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0" y="4334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4334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1.98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4334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2.82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4334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18320" y="4334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00016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QQQX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4592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0.23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4718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06240" y="47183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183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1.88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0" y="4718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20" y="47183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258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18320" y="47183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5102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SPYX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45920" y="5102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0.03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17520" y="5102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1.09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06240" y="5102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0" y="5102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0.62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0" y="5102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1.15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6720" y="5102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1832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5468112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NVDAX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459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757"/>
                </a:solidFill>
              </a:defRPr>
            </a:pPr>
            <a:r>
              <a:t>-0.20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1752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0.97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0624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75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</a:defRPr>
            </a:pPr>
            <a:r>
              <a:t>0.76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1.36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4672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1832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6007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</a:defRPr>
            </a:pPr>
            <a:r>
              <a:t>Risk-Adjusted: 4H wins 7/11  |  1H trades much more frequently (higher commission drag)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</a:defRPr>
            </a:pPr>
            <a:r>
              <a:t>最佳參數差異分析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How optimal parameters differ between 1H and 4H timeframes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34439"/>
            <a:ext cx="117043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Symbol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4H Params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1H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Key Difference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00784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19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DOGE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250/80/30 D3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150/30/20 D0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smaller MA + no distance filter, more trades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03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250/80/10 D2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250/50/10 D1.5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Similar LB, 1H needs lower GY + BounceL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468879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4871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ETH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487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250/80/10 D0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87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150/30/20 D0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much smaller MA, catches faster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87121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BTC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7121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300/60/10 D2.5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87121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100/30/10 D5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87121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tiny MA + huge distance filter = few trades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236975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5526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SLVX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25526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100/30/10 D1.5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25526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300/60/10 D3 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2552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Reversed! 1H needs larger MA + distance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363931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XAUT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63931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100/30/25 D0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63931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100/30/10 D1.5 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63931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Same MA, 1H adds distance + drops BounceL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4005072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0233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TSLAX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0233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100/80/10 D3 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0233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200/30/10 D4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0233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larger LB + smaller GY, wider filter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4074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USOX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4074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100/80/10 D1 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4074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250/40/10 D2 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4074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larger LB, smaller GY, wider distance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773168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79145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QQQX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79145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300/30/10 D2 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79145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300/30/10 D0 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79145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Same MA! Only dist &amp; bounce differ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517550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SPYX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17550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200/50/10 D1.5 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17550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250/40/30 D0 OFF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517550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no distance, larger ZF = more noise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5541264"/>
            <a:ext cx="11704320" cy="384048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55955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NVDAX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55595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200/30/10 D0 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5595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800"/>
                </a:solidFill>
              </a:defRPr>
            </a:pPr>
            <a:r>
              <a:t>150/50/10 D1 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5595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1H: smaller LB + bigger GY + distance 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</a:defRPr>
            </a:pPr>
            <a:r>
              <a:t>交易頻率 &amp; 手續費影響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1H generates significantly more signals, increasing commission drag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Crypto (BTC/ETH/SOL/DOGE)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4H avg trades: 106  |  1H avg trades: 405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1H trades 3.8x more frequently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Higher frequency = more commission drag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4H wins all 4 crypto symbols by large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657600" cy="320040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657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Commodities (XAUT/SLVX/USOX)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4H avg trades: 9  |  1H avg trades: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1H trades 2x more, still low overall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XAUT: 1H slightly better (+88% vs +74%)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SLVX: 4H wins (+144% vs +97%)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371600"/>
            <a:ext cx="3657600" cy="320040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371600"/>
            <a:ext cx="365760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</a:defRPr>
            </a:pPr>
            <a:r>
              <a:t>Index + Stock (SPYX/QQQX/NVDAX/TSLAX)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4H avg trades: 23  |  1H avg trades: 157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606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1H trades 7x more on these symbols!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NVDAX: 1H turns -4% loss into +18% gain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QQQX/SPYX: 1H 3-5x better return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1H excels for low-volatility assets (indices, stock proxies) where 4H misses too many signals. 4H dominates high-volatility crypto where fewer, higher-quality signals with lower commission drag compound into massive returns. Commission impact: 1H averages 4x more trades = 4x more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</a:defRPr>
            </a:pPr>
            <a:r>
              <a:t>分類最佳時間框架建議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502920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</a:defRPr>
            </a:pPr>
            <a:r>
              <a:t>Crypto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10896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0E17"/>
                </a:solidFill>
              </a:defRPr>
            </a:pPr>
            <a:r>
              <a:t>Best: 4H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BTC / ETH / SOL / DOGE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4H wins ALL 4 symbols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Return advantage: 3x ~ 6x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Fewer trades = less commission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Larger MA (250-300) captures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097280"/>
            <a:ext cx="3657600" cy="502920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097280"/>
            <a:ext cx="36576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</a:defRPr>
            </a:pPr>
            <a:r>
              <a:t>Commodities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920240"/>
            <a:ext cx="3108960" cy="7315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0E17"/>
                </a:solidFill>
              </a:defRPr>
            </a:pPr>
            <a:r>
              <a:t>Best: Mixed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XAUT / SLVX / USOX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XAUT: 1H slightly 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840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SLVX: 4H significantly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USOX: 4H slightly better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Depends on individual asset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097280"/>
            <a:ext cx="3657600" cy="502920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097280"/>
            <a:ext cx="3657600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1325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</a:defRPr>
            </a:pPr>
            <a:r>
              <a:t>Index +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1920240"/>
            <a:ext cx="3108960" cy="7315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0E17"/>
                </a:solidFill>
              </a:defRPr>
            </a:pPr>
            <a:r>
              <a:t>Best: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SPYX / QQQX / NVDAX / TSLAX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NVDAX/QQQX/SPYX: 1H wins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840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TSLAX: 4H wins (volatile stock)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1H catches more micro-trends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Low volatility needs faster signals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結論 &amp; 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E1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4H 為主力時間框架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加密貨幣 4H 全勝，回報率為 1H 的 3-6 倍。推薦 BTC/ETH/SOL/DOGE 使用 4H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E17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1H 適合低波動資產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指數類 (SPYX/QQQX) 和 NVDAX 在 1H 表現更好，4H 訊號太少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E17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交易頻率是關鍵因素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1H 平均產生 4x 交易量，手續費拖累顯著。高頻不代表高回報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E17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最佳參數因時間框架而異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4H 偏好大均線 (250-300)，1H 偏好小均線 (100-150) + 距離過濾器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E17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多時間框架組合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623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建議 crypto 用 4H，index 用 1H，commodity 個別評估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